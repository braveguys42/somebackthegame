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7F3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333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190A8-B63B-DA43-6862-9DB48CF57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C2B4B-FCFB-715B-DA99-8D6956AEBF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17737-A5A1-3ED4-820C-AC6C76E0F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F32BD-B601-4F94-B421-9E291755384A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74706-1004-A54C-F8EA-F71C07FC5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B039F-7F73-4338-DEE5-D7C4B77C3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59FA8-8858-4357-B552-C631C655FC1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8011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9B93A-3A13-34D6-C3D6-57CC19C23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9DD03-92E4-5317-FBBE-D910BEA5C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50669-F68F-C856-9E78-065B36D93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F32BD-B601-4F94-B421-9E291755384A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01E64-3DE7-C964-F3BD-F15321DBC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ED605-D480-866C-AFED-E57446179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59FA8-8858-4357-B552-C631C655FC1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1401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4A119-E13F-6A28-2298-51B57C9B5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C30CB-EFFF-B46A-B1E4-A064B6C84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DA9BD-B81E-FBF5-C6F0-08DA330CA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F32BD-B601-4F94-B421-9E291755384A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BEDD4-2C74-D827-577E-6A71C1B36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57995-210C-F854-F8C1-63ABDAB3C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59FA8-8858-4357-B552-C631C655FC1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7150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05973-9C11-1D7F-24B3-8F6982514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DC7E3-388E-90FA-2A4B-056D10C2D6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0293E8-F443-4B5D-0F1F-26F98B39A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4291B6-2208-B4ED-7568-1C7452140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F32BD-B601-4F94-B421-9E291755384A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D14B-29E5-0FB4-1346-7A2843A6A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44400-14A0-FD71-14B5-C038509DE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59FA8-8858-4357-B552-C631C655FC1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6591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2823D-5BE1-E228-6244-90252D2AF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58C45C-D46E-A3CA-B5A4-8E57C7DC1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27613-4C38-B2F0-6D66-33B97491D5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15C728-F210-493F-A0E8-BDFBEF1404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9C75CA-6877-929A-212E-4A0ED4E92A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750FA9-40B2-FCBB-8671-735D9C65B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F32BD-B601-4F94-B421-9E291755384A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2CE298-0899-B0AB-DC89-1192E70AA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1D66B9-040E-123E-EBE1-1A5D12E68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59FA8-8858-4357-B552-C631C655FC1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6632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59167-EF88-C686-4ADB-CBA3F68E1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AB2843-57A7-3F3F-9B4C-0149A2BCA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F32BD-B601-4F94-B421-9E291755384A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9DD3C7-56D5-211F-F6ED-A26E79E1E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13F79B-E5FC-CE7A-2A5C-A550DD5CB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59FA8-8858-4357-B552-C631C655FC1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8740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C3C33-C25D-46E6-61C6-C07093227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F32BD-B601-4F94-B421-9E291755384A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AB5783-5422-AF9B-1A74-66CC8D293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F9BA1-9ACE-47B8-4EDF-EC770ECA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59FA8-8858-4357-B552-C631C655FC1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3782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C77C4-C274-FC59-98B0-E82C9AE04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8887D-6DC4-A1FA-16FE-C691F8D4E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6953C6-9ABC-7DAE-CA81-09E20BD95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640B7-B260-3B62-D8C4-410D7EA58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F32BD-B601-4F94-B421-9E291755384A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5C4B5-BB6C-2C12-9356-6B1CE09C7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06E44-678B-4B32-97E4-9637429C7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59FA8-8858-4357-B552-C631C655FC1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7032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C30A7-A6CF-BB4C-ED34-68229C05E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03B3BC-7B88-529F-B848-F4B595E607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14177-5175-B3D1-50CE-DF9AAF713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88E2B-4D2C-CE28-A03F-CF319F457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F32BD-B601-4F94-B421-9E291755384A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636302-7509-60ED-C65B-E5A3F67D5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CC7B6-4118-6B6B-BC65-E5CF736AF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59FA8-8858-4357-B552-C631C655FC1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0480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986F-F73F-A237-49C7-3A056304F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E16665-E34F-E86C-8687-AA886EBCC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AE7E6-420C-7FE0-F81F-D39F22EB1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F32BD-B601-4F94-B421-9E291755384A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0A144-823D-E3BD-1B46-4C0C961E7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3100B-14B3-58C5-5ABD-761B18D14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59FA8-8858-4357-B552-C631C655FC1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2173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68DC20-AFE9-ECC4-EE17-F6276B18DC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A70037-E762-CF2B-11AF-960520033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1BD84-780B-18C5-CD9A-8F5CD58B4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F32BD-B601-4F94-B421-9E291755384A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FE806-7F92-859A-4986-EB1AA50AA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29E6C-789A-E2B7-E8B3-9E06144E4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59FA8-8858-4357-B552-C631C655FC1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2360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2BCBA2-E310-A07F-D4E5-59E052439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AA9D3-C385-590E-AF52-DD6CE31E9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B6CAE-C340-05E0-1CAF-943EB36042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F32BD-B601-4F94-B421-9E291755384A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CEE89-6D71-6B66-45E0-77E97EBC6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5A781-F0FC-8E39-8BD8-FB051539B8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59FA8-8858-4357-B552-C631C655FC1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989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C1A3AE7-1AE9-2F73-1788-E96017E5F81D}"/>
              </a:ext>
            </a:extLst>
          </p:cNvPr>
          <p:cNvSpPr/>
          <p:nvPr/>
        </p:nvSpPr>
        <p:spPr>
          <a:xfrm>
            <a:off x="3657856" y="310881"/>
            <a:ext cx="4876288" cy="4876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A45584-A88A-0D89-79B1-6F75C99B7B2B}"/>
              </a:ext>
            </a:extLst>
          </p:cNvPr>
          <p:cNvSpPr/>
          <p:nvPr/>
        </p:nvSpPr>
        <p:spPr>
          <a:xfrm>
            <a:off x="4655841" y="844980"/>
            <a:ext cx="4876288" cy="4876288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89000"/>
                </a:schemeClr>
              </a:gs>
              <a:gs pos="23000">
                <a:schemeClr val="accent6">
                  <a:lumMod val="89000"/>
                </a:schemeClr>
              </a:gs>
              <a:gs pos="69000">
                <a:schemeClr val="accent6">
                  <a:lumMod val="75000"/>
                </a:schemeClr>
              </a:gs>
              <a:gs pos="97000">
                <a:schemeClr val="accent6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82D5D6-5973-ABE7-D668-4D0002147EE0}"/>
              </a:ext>
            </a:extLst>
          </p:cNvPr>
          <p:cNvSpPr/>
          <p:nvPr/>
        </p:nvSpPr>
        <p:spPr>
          <a:xfrm>
            <a:off x="5653826" y="1489402"/>
            <a:ext cx="4876288" cy="4876288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DE5B18-ADEC-B7B0-C05C-7A908AE8B6A9}"/>
              </a:ext>
            </a:extLst>
          </p:cNvPr>
          <p:cNvSpPr/>
          <p:nvPr/>
        </p:nvSpPr>
        <p:spPr>
          <a:xfrm>
            <a:off x="6459369" y="2133824"/>
            <a:ext cx="4876288" cy="4876288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1270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77306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Zaid Minhas</dc:creator>
  <cp:lastModifiedBy>Zaid Minhas</cp:lastModifiedBy>
  <cp:revision>1</cp:revision>
  <dcterms:created xsi:type="dcterms:W3CDTF">2026-05-02T02:49:18Z</dcterms:created>
  <dcterms:modified xsi:type="dcterms:W3CDTF">2026-05-02T02:56:49Z</dcterms:modified>
</cp:coreProperties>
</file>